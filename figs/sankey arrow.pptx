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D"/>
    <a:srgbClr val="F7AE88"/>
    <a:srgbClr val="F3AB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7"/>
    <p:restoredTop sz="94682"/>
  </p:normalViewPr>
  <p:slideViewPr>
    <p:cSldViewPr snapToGrid="0">
      <p:cViewPr>
        <p:scale>
          <a:sx n="99" d="100"/>
          <a:sy n="99" d="100"/>
        </p:scale>
        <p:origin x="1472" y="7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DC0F8-C34C-BD43-6159-05447E463B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C7439F-33C9-371E-E5FF-60CB7BB8E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94198F-D477-99C6-C061-14264B3D7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B3464-6F17-DE1B-2834-66000DEC9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34588-21EB-DB3A-D853-26208D35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1073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F9242-2C0B-D4AB-AFED-5F6BD1333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D404F-376B-D1A4-A1A5-315C38401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4A551-1299-0754-6186-D7F131F9C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0BA80-6308-3D58-9B17-670FABA70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60414-E597-4F2C-DBB4-19FEFAEDF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17191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B1C30-3FB1-43C5-8654-FC34F439E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69EE81-64F2-9D4D-7779-82C9C141E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BDEE1-9757-23D7-BF71-608BAFBC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F89F8-15AD-9874-668E-467C10458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FC5C2-D49F-CC99-AF94-7D5FC4B2A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40026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D8FAF-D8C6-7520-7822-F433F3DD0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D96DA-560A-490A-6B42-0E50FD56F6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9B2604-6FC6-0C13-872C-256AFEED2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A803FB-9888-89F7-F85D-73058B55D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506487-1ED5-39AF-D821-DA556BE7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D6CEBE-3876-77FB-208D-AF1958CFA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91546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FD0C4-D44D-F85A-EAA5-CD71DA64C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5D0646-3116-B576-D0A3-3F116BD5B6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A8522D-6928-064A-EC51-E5CDB0B21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00CBD-9B60-69E5-9CD8-4A556B095C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B44209-6195-71D1-6B8A-FA610DABFD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2337DE-9284-7B99-FE6C-200B99CB4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B38F60-2F31-D176-A6A9-1D2DDAA17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0EE521-A669-8744-5786-719EF3A83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20490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EE8B7-AF3C-385F-FA7B-5FE4DFEBC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88C360-4FBB-E211-F95F-37B47D338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280412-870D-BEEC-3B17-889055B7D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709177-1F7E-E58B-341F-8EBCCAAFF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3740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163E4F-7569-1D14-9521-B669970C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82C8BD-2A1F-C19F-68A1-8114B6225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8086B-8C7B-D83F-DDDC-A4A4042D1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24845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76905-4BCC-00D2-F8AD-781230743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EF73D-0205-6289-8444-679F5D94B4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90AB77-1E7A-BCC6-AE66-960FD9C6D9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EF1882-A77F-8682-D71D-8525E51E7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64E21-31BB-E893-E572-83F2B22E9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40914-B58F-40AA-5232-F81193987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16560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27BBD-87FE-58BD-918E-EEBAACC82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D8C618-4CD1-A189-AE95-55BBA71276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88ABD4-61CC-59AA-7ED0-A3C2248AF8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5D90D9-DDEF-3FFD-638E-E6675CD6C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9B0EC-79CE-8AD5-072B-00B1C2A16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52FA2D-5DCC-C9E6-08EB-4E8E19140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26626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7E7C-1892-ADC2-6CBA-C07CE6F74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B9DAD4-D8F1-ACF8-2E29-6C8BD4C6A1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BA943-825A-4740-8169-5646689B6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DE5AE4-C0D6-999D-6576-327713424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F3045A-2798-66C7-F3BE-1DEB27760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17181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37A91D-C6AC-C921-52EE-1F919DCC79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6998F-2587-3BD1-0A97-5EBD14B408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3628DF-6F66-7C08-C1A6-2D2D345B2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49D37E-3283-6F2B-F2AA-BD5C54DD1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CA553-A9F3-17FD-554B-4B4A4DF6C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2432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B6A934-8B16-905F-AC72-4AB897545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68CCC5-5471-CF52-02D7-72D410514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EBBE1-0811-DAD7-D304-834392414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2E2F26-CF87-4F42-967B-E19DB9147935}" type="datetimeFigureOut">
              <a:rPr lang="pt-PT" smtClean="0"/>
              <a:t>07/01/26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65DB4-E08B-EBAC-AAAC-F367CE32BE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192AE-C570-8F86-94FE-91552D66EC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1B196B-39F9-504A-A2F0-1C2E4359BE0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7063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1F1EB-2466-5D09-57FE-E61C89393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AA19B40-1FD4-983C-6E9C-7CBEB219DE52}"/>
              </a:ext>
            </a:extLst>
          </p:cNvPr>
          <p:cNvGrpSpPr/>
          <p:nvPr/>
        </p:nvGrpSpPr>
        <p:grpSpPr>
          <a:xfrm>
            <a:off x="-241228" y="-92969"/>
            <a:ext cx="12585454" cy="7262038"/>
            <a:chOff x="-241228" y="258711"/>
            <a:chExt cx="12585454" cy="726203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311307-62C3-98AC-85B4-AF6357089962}"/>
                </a:ext>
              </a:extLst>
            </p:cNvPr>
            <p:cNvSpPr/>
            <p:nvPr/>
          </p:nvSpPr>
          <p:spPr>
            <a:xfrm>
              <a:off x="-140677" y="258711"/>
              <a:ext cx="12192000" cy="72620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602BEF3-ECFA-0B05-D399-7A3FA0C71FD1}"/>
                </a:ext>
              </a:extLst>
            </p:cNvPr>
            <p:cNvGrpSpPr/>
            <p:nvPr/>
          </p:nvGrpSpPr>
          <p:grpSpPr>
            <a:xfrm>
              <a:off x="-241228" y="360436"/>
              <a:ext cx="11368206" cy="6840488"/>
              <a:chOff x="572388" y="422341"/>
              <a:chExt cx="10390832" cy="612707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F6D33A5A-DB48-EE3D-C34D-47F5AD21E5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/>
              <a:stretch/>
            </p:blipFill>
            <p:spPr>
              <a:xfrm>
                <a:off x="572388" y="1011281"/>
                <a:ext cx="10390832" cy="5538138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BE98D50-DF26-8809-CC59-8A60B4BBF1EA}"/>
                  </a:ext>
                </a:extLst>
              </p:cNvPr>
              <p:cNvSpPr txBox="1"/>
              <p:nvPr/>
            </p:nvSpPr>
            <p:spPr>
              <a:xfrm>
                <a:off x="7906785" y="422341"/>
                <a:ext cx="1183631" cy="3583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PT" sz="2000" dirty="0" err="1">
                    <a:latin typeface="Helvetica" pitchFamily="2" charset="0"/>
                  </a:rPr>
                  <a:t>modelling</a:t>
                </a:r>
                <a:endParaRPr lang="pt-PT" sz="2000" dirty="0">
                  <a:latin typeface="Helvetica" pitchFamily="2" charset="0"/>
                </a:endParaRPr>
              </a:p>
            </p:txBody>
          </p:sp>
          <p:sp>
            <p:nvSpPr>
              <p:cNvPr id="7" name="Right Arrow 6">
                <a:extLst>
                  <a:ext uri="{FF2B5EF4-FFF2-40B4-BE49-F238E27FC236}">
                    <a16:creationId xmlns:a16="http://schemas.microsoft.com/office/drawing/2014/main" id="{A0BD99BE-D77E-F619-681F-78DA9588C5AB}"/>
                  </a:ext>
                </a:extLst>
              </p:cNvPr>
              <p:cNvSpPr/>
              <p:nvPr/>
            </p:nvSpPr>
            <p:spPr>
              <a:xfrm>
                <a:off x="7990125" y="848436"/>
                <a:ext cx="1088519" cy="302406"/>
              </a:xfrm>
              <a:prstGeom prst="rightArrow">
                <a:avLst>
                  <a:gd name="adj1" fmla="val 50000"/>
                  <a:gd name="adj2" fmla="val 70612"/>
                </a:avLst>
              </a:prstGeom>
              <a:solidFill>
                <a:srgbClr val="F7AE88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0E35D41-2FDF-14F9-AD73-E0DD2012E0AB}"/>
                </a:ext>
              </a:extLst>
            </p:cNvPr>
            <p:cNvSpPr txBox="1"/>
            <p:nvPr/>
          </p:nvSpPr>
          <p:spPr>
            <a:xfrm>
              <a:off x="10946810" y="1810683"/>
              <a:ext cx="13609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700" dirty="0">
                  <a:latin typeface="Helvetica" pitchFamily="2" charset="0"/>
                </a:rPr>
                <a:t>n = 718431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3C3BA7D-C236-9931-B35C-521D3089B0E9}"/>
                </a:ext>
              </a:extLst>
            </p:cNvPr>
            <p:cNvSpPr txBox="1"/>
            <p:nvPr/>
          </p:nvSpPr>
          <p:spPr>
            <a:xfrm>
              <a:off x="10845043" y="4931259"/>
              <a:ext cx="149918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700" dirty="0">
                  <a:latin typeface="Helvetica" pitchFamily="2" charset="0"/>
                </a:rPr>
                <a:t>n = 1790957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361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1675</TotalTime>
  <Words>7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2014197379</dc:creator>
  <cp:lastModifiedBy>2014197379</cp:lastModifiedBy>
  <cp:revision>6</cp:revision>
  <dcterms:created xsi:type="dcterms:W3CDTF">2025-07-11T11:00:24Z</dcterms:created>
  <dcterms:modified xsi:type="dcterms:W3CDTF">2026-01-08T14:40:28Z</dcterms:modified>
</cp:coreProperties>
</file>
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4D4D"/>
    <a:srgbClr val="F7AE88"/>
    <a:srgbClr val="F3AB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00"/>
    <p:restoredTop sz="94658"/>
  </p:normalViewPr>
  <p:slideViewPr>
    <p:cSldViewPr snapToGrid="0">
      <p:cViewPr varScale="1">
        <p:scale>
          <a:sx n="120" d="100"/>
          <a:sy n="120" d="100"/>
        </p:scale>
        <p:origin x="1024" y="-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DC0F8-C34C-BD43-6159-05447E463B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C7439F-33C9-371E-E5FF-60CB7BB8E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4198F-D477-99C6-C061-14264B3D7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2F26-CF87-4F42-967B-E19DB9147935}" type="datetimeFigureOut">
              <a:rPr lang="pt-PT" smtClean="0"/>
              <a:t>26/09/25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B3464-6F17-DE1B-2834-66000DEC9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34588-21EB-DB3A-D853-26208D350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B196B-39F9-504A-A2F0-1C2E4359BE0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5107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F9242-2C0B-D4AB-AFED-5F6BD1333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D404F-376B-D1A4-A1A5-315C38401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4A551-1299-0754-6186-D7F131F9C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2F26-CF87-4F42-967B-E19DB9147935}" type="datetimeFigureOut">
              <a:rPr lang="pt-PT" smtClean="0"/>
              <a:t>26/09/25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0BA80-6308-3D58-9B17-670FABA70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60414-E597-4F2C-DBB4-19FEFAEDF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B196B-39F9-504A-A2F0-1C2E4359BE0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1719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B1C30-3FB1-43C5-8654-FC34F439E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9EE81-64F2-9D4D-7779-82C9C141E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BDEE1-9757-23D7-BF71-608BAFBC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2F26-CF87-4F42-967B-E19DB9147935}" type="datetimeFigureOut">
              <a:rPr lang="pt-PT" smtClean="0"/>
              <a:t>26/09/25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F89F8-15AD-9874-668E-467C10458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FC5C2-D49F-CC99-AF94-7D5FC4B2A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B196B-39F9-504A-A2F0-1C2E4359BE0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40026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8FAF-D8C6-7520-7822-F433F3DD0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D96DA-560A-490A-6B42-0E50FD56F6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9B2604-6FC6-0C13-872C-256AFEED2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803FB-9888-89F7-F85D-73058B55D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2F26-CF87-4F42-967B-E19DB9147935}" type="datetimeFigureOut">
              <a:rPr lang="pt-PT" smtClean="0"/>
              <a:t>26/09/25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506487-1ED5-39AF-D821-DA556BE74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6CEBE-3876-77FB-208D-AF1958CFA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B196B-39F9-504A-A2F0-1C2E4359BE0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91546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FD0C4-D44D-F85A-EAA5-CD71DA64C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D0646-3116-B576-D0A3-3F116BD5B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A8522D-6928-064A-EC51-E5CDB0B21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900CBD-9B60-69E5-9CD8-4A556B095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B44209-6195-71D1-6B8A-FA610DABFD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337DE-9284-7B99-FE6C-200B99CB4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2F26-CF87-4F42-967B-E19DB9147935}" type="datetimeFigureOut">
              <a:rPr lang="pt-PT" smtClean="0"/>
              <a:t>26/09/25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B38F60-2F31-D176-A6A9-1D2DDAA17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0EE521-A669-8744-5786-719EF3A83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B196B-39F9-504A-A2F0-1C2E4359BE0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20490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E8B7-AF3C-385F-FA7B-5FE4DFEBC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88C360-4FBB-E211-F95F-37B47D338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2F26-CF87-4F42-967B-E19DB9147935}" type="datetimeFigureOut">
              <a:rPr lang="pt-PT" smtClean="0"/>
              <a:t>26/09/25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280412-870D-BEEC-3B17-889055B7D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709177-1F7E-E58B-341F-8EBCCAAFF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B196B-39F9-504A-A2F0-1C2E4359BE0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33740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163E4F-7569-1D14-9521-B669970C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2F26-CF87-4F42-967B-E19DB9147935}" type="datetimeFigureOut">
              <a:rPr lang="pt-PT" smtClean="0"/>
              <a:t>26/09/25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82C8BD-2A1F-C19F-68A1-8114B6225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8086B-8C7B-D83F-DDDC-A4A4042D1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B196B-39F9-504A-A2F0-1C2E4359BE0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24845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76905-4BCC-00D2-F8AD-781230743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EF73D-0205-6289-8444-679F5D94B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90AB77-1E7A-BCC6-AE66-960FD9C6D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F1882-A77F-8682-D71D-8525E51E7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2F26-CF87-4F42-967B-E19DB9147935}" type="datetimeFigureOut">
              <a:rPr lang="pt-PT" smtClean="0"/>
              <a:t>26/09/25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64E21-31BB-E893-E572-83F2B22E9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40914-B58F-40AA-5232-F81193987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B196B-39F9-504A-A2F0-1C2E4359BE0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16560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27BBD-87FE-58BD-918E-EEBAACC82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D8C618-4CD1-A189-AE95-55BBA71276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88ABD4-61CC-59AA-7ED0-A3C2248AF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D90D9-DDEF-3FFD-638E-E6675CD6C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2F26-CF87-4F42-967B-E19DB9147935}" type="datetimeFigureOut">
              <a:rPr lang="pt-PT" smtClean="0"/>
              <a:t>26/09/25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9B0EC-79CE-8AD5-072B-00B1C2A1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2FA2D-5DCC-C9E6-08EB-4E8E19140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B196B-39F9-504A-A2F0-1C2E4359BE0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26626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7E7C-1892-ADC2-6CBA-C07CE6F74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B9DAD4-D8F1-ACF8-2E29-6C8BD4C6A1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BA943-825A-4740-8169-5646689B6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2F26-CF87-4F42-967B-E19DB9147935}" type="datetimeFigureOut">
              <a:rPr lang="pt-PT" smtClean="0"/>
              <a:t>26/09/25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E5AE4-C0D6-999D-6576-327713424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3045A-2798-66C7-F3BE-1DEB27760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B196B-39F9-504A-A2F0-1C2E4359BE0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17181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37A91D-C6AC-C921-52EE-1F919DCC7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46998F-2587-3BD1-0A97-5EBD14B40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628DF-6F66-7C08-C1A6-2D2D345B2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2F26-CF87-4F42-967B-E19DB9147935}" type="datetimeFigureOut">
              <a:rPr lang="pt-PT" smtClean="0"/>
              <a:t>26/09/25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9D37E-3283-6F2B-F2AA-BD5C54DD1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CA553-A9F3-17FD-554B-4B4A4DF6C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B196B-39F9-504A-A2F0-1C2E4359BE0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2432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B6A934-8B16-905F-AC72-4AB897545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8CCC5-5471-CF52-02D7-72D410514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EBBE1-0811-DAD7-D304-834392414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2E2F26-CF87-4F42-967B-E19DB9147935}" type="datetimeFigureOut">
              <a:rPr lang="pt-PT" smtClean="0"/>
              <a:t>26/09/25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65DB4-E08B-EBAC-AAAC-F367CE32BE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192AE-C570-8F86-94FE-91552D66E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1B196B-39F9-504A-A2F0-1C2E4359BE0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7063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17DE52-623A-AFBD-8EED-44289D9E193C}"/>
              </a:ext>
            </a:extLst>
          </p:cNvPr>
          <p:cNvSpPr/>
          <p:nvPr/>
        </p:nvSpPr>
        <p:spPr>
          <a:xfrm>
            <a:off x="0" y="128081"/>
            <a:ext cx="12192000" cy="7262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A6A3CBD-D628-8531-9439-6DFFD3B4771C}"/>
              </a:ext>
            </a:extLst>
          </p:cNvPr>
          <p:cNvGrpSpPr/>
          <p:nvPr/>
        </p:nvGrpSpPr>
        <p:grpSpPr>
          <a:xfrm>
            <a:off x="323901" y="443891"/>
            <a:ext cx="11544199" cy="6630419"/>
            <a:chOff x="423161" y="99500"/>
            <a:chExt cx="11544199" cy="663041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1765075-76B2-06B9-BBBD-4978F55C8AFD}"/>
                </a:ext>
              </a:extLst>
            </p:cNvPr>
            <p:cNvGrpSpPr/>
            <p:nvPr/>
          </p:nvGrpSpPr>
          <p:grpSpPr>
            <a:xfrm>
              <a:off x="423161" y="99500"/>
              <a:ext cx="10316004" cy="6630419"/>
              <a:chOff x="582656" y="99500"/>
              <a:chExt cx="10316004" cy="6630419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45D2EA7-5B8E-9243-2B90-CDAA2AF403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82656" y="574632"/>
                <a:ext cx="10316004" cy="6155287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367EFC-2594-9B5F-DADC-98673C95C6CD}"/>
                  </a:ext>
                </a:extLst>
              </p:cNvPr>
              <p:cNvSpPr txBox="1"/>
              <p:nvPr/>
            </p:nvSpPr>
            <p:spPr>
              <a:xfrm>
                <a:off x="8720228" y="99500"/>
                <a:ext cx="1325730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2100" dirty="0" err="1">
                    <a:latin typeface="Helvetica" pitchFamily="2" charset="0"/>
                  </a:rPr>
                  <a:t>modelling</a:t>
                </a:r>
                <a:endParaRPr lang="pt-PT" sz="2100" dirty="0">
                  <a:latin typeface="Helvetica" pitchFamily="2" charset="0"/>
                </a:endParaRPr>
              </a:p>
            </p:txBody>
          </p:sp>
          <p:sp>
            <p:nvSpPr>
              <p:cNvPr id="7" name="Right Arrow 6">
                <a:extLst>
                  <a:ext uri="{FF2B5EF4-FFF2-40B4-BE49-F238E27FC236}">
                    <a16:creationId xmlns:a16="http://schemas.microsoft.com/office/drawing/2014/main" id="{FB578E16-09F0-825E-2534-62D49A23F457}"/>
                  </a:ext>
                </a:extLst>
              </p:cNvPr>
              <p:cNvSpPr/>
              <p:nvPr/>
            </p:nvSpPr>
            <p:spPr>
              <a:xfrm>
                <a:off x="8806149" y="534876"/>
                <a:ext cx="1219200" cy="302406"/>
              </a:xfrm>
              <a:prstGeom prst="rightArrow">
                <a:avLst>
                  <a:gd name="adj1" fmla="val 50000"/>
                  <a:gd name="adj2" fmla="val 70612"/>
                </a:avLst>
              </a:prstGeom>
              <a:solidFill>
                <a:srgbClr val="F7AE88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320709B-6627-F77A-D93B-99BABFFF7B4F}"/>
                </a:ext>
              </a:extLst>
            </p:cNvPr>
            <p:cNvSpPr txBox="1"/>
            <p:nvPr/>
          </p:nvSpPr>
          <p:spPr>
            <a:xfrm>
              <a:off x="10468177" y="1573312"/>
              <a:ext cx="1360959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700" dirty="0">
                  <a:latin typeface="Helvetica" pitchFamily="2" charset="0"/>
                </a:rPr>
                <a:t>n = 998054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848402B-7381-A8B5-9CA7-74BEADBC7807}"/>
                </a:ext>
              </a:extLst>
            </p:cNvPr>
            <p:cNvSpPr txBox="1"/>
            <p:nvPr/>
          </p:nvSpPr>
          <p:spPr>
            <a:xfrm>
              <a:off x="10468177" y="4519757"/>
              <a:ext cx="1499183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700" dirty="0">
                  <a:latin typeface="Helvetica" pitchFamily="2" charset="0"/>
                </a:rPr>
                <a:t>n = 1511334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7939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2A6D4-14AE-9984-D4F0-D137EA345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2AB7BF-790F-DA5E-AA9F-023EDEA1B3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1650" y="2178844"/>
            <a:ext cx="6108700" cy="3644900"/>
          </a:xfrm>
        </p:spPr>
      </p:pic>
    </p:spTree>
    <p:extLst>
      <p:ext uri="{BB962C8B-B14F-4D97-AF65-F5344CB8AC3E}">
        <p14:creationId xmlns:p14="http://schemas.microsoft.com/office/powerpoint/2010/main" val="2716708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Helvetica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2014197379</dc:creator>
  <cp:lastModifiedBy>2014197379</cp:lastModifiedBy>
  <cp:revision>5</cp:revision>
  <dcterms:created xsi:type="dcterms:W3CDTF">2025-07-11T11:00:24Z</dcterms:created>
  <dcterms:modified xsi:type="dcterms:W3CDTF">2025-09-26T12:04:37Z</dcterms:modified>
</cp:coreProperties>
</file>